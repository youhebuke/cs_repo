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 · 约1分钟】这是 Kimi K3 系列分享的第二讲。第一讲已经把结构『是什么』过了一遍，所以今天把结构基础压缩，重点讲三件事：每个结构选择『为什么这样设计』背后的痛点和取舍；预训练的数据与方法论；以及支撑 2.8T 训练的预训练 Infrastructure——这是本讲最重的部分。强化学习简化过，推理/在线服务这次不讲。</a:t>
            </a:r>
          </a:p>
          <a:p/>
          <a:p>
            <a:r>
              <a:t>先给一个尺度感：2.8T 总参、104B 激活（只占 3.7%，非常稀疏）、1M 上下文、896 选 16 的 MoE、相对 K2 约 2.5× 的整体扩展效率——这些数字后面都会展开『为什么能做到』。提醒：每页我都写了备注，可当逐字稿；含公式的地方备注里有逐符号解释。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【路线图 · 约1分钟】六个部分，配时在表里。结构的『为什么』12 分钟、预训练 12 分钟、预训练 Infra 15 分钟——这三块是重心，合计接近 40 分钟。强化学习 7 分钟快速过，评测总结 3 分钟。</a:t>
            </a:r>
          </a:p>
          <a:p/>
          <a:p>
            <a:r>
              <a:t>和上一讲的差异：结构基础和推理服务这次收缩，把时间让给预训练与它的系统实现。控场提示：如果前面结构部分讨论热烈，可以从 02 节里标了『详见备注』的页快速跳过，保证 03、04 两节的时间。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【过场 · 约30秒】这一节只做一件事：给一个统一的观察框架，让后面所有结构选择都能挂靠上去。核心观点——K3 不是一堆零散 trick，而是围绕『信息在三个维度上如何流动』组织的：序列（token 之间）、深度（层之间）、宽度（通道/专家之间），每个创新对应某个维度的一个瓶颈。然后用一页『决策总表』当整场地图。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【三维框架 · 约1.5分钟 · 全场地图】右图是架构总图，给一个空间锚点，不逐一讲模块（上一讲讲过）。用左表把三维框架讲清楚：</a:t>
            </a:r>
          </a:p>
          <a:p>
            <a:r>
              <a:t>序列维——1M 下标准 softmax 计算是 O(T²)、KV cache 是 O(T)，都撑不住，K3 用 3 层 KDA（线性、固定状态）配 1 层全局 MLA。</a:t>
            </a:r>
          </a:p>
          <a:p>
            <a:r>
              <a:t>深度维——标准残差把之前所有层等权加起来压成一个状态，深层看不清早期信息，K3 用 Attention Residuals，让每层对前面各层做注意力。</a:t>
            </a:r>
          </a:p>
          <a:p>
            <a:r>
              <a:t>宽度维——扩专家池会让通信/带宽/稳定性恶化，K3 用 Stable LatentMoE 在压缩空间里路由。</a:t>
            </a:r>
          </a:p>
          <a:p/>
          <a:p>
            <a:r>
              <a:t>让听众记住这张表——后面每个结构选择都挂在这三根轴上。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【K2→K3 · 约1.5分钟】回答一个高层问题：K3 相对 K2 强在哪、为什么改动这么大。左表看规模：层数 +52%、总参 +167%、激活 +220%，但 hidden 维度没变（7168）——扩张主要靠『加深』和『加稀疏』，激活只占总参 3.7%，非常稀疏。右图是关键证据：K2/K3 各自在 held-out、OOD 验证集上拟合 scaling law，同样 loss，K3 需要的算力约是 K2 的 1/2.5——这就是『2.5× 整体扩展效率』的来源。强调两点：2.5× 是架构+数据 recipe+训练超参共同贡献，不是单点；且改动大到改变了最优训练配置，所以必须重做 scaling law。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【决策总表 · 约2分钟 · 本节地图】这页是整场索引，把主要设计选择、各自解决的痛点、以及『为什么是这个选择』一次性列出来。不用逐行念，挑两条点一下：</a:t>
            </a:r>
          </a:p>
          <a:p>
            <a:r>
              <a:t>序列 token mixing——痛点是 1M 下 softmax 太贵，选混合注意力，原因是『线性层扛长程、全局层保精确检索』。</a:t>
            </a:r>
          </a:p>
          <a:p>
            <a:r>
              <a:t>KDA 衰减门——痛点是 chunkwise 里对角块有一条慢路径，选 lower-bounded decay，原因很硬核：把数值范围压进 BF16，让所有块都能走 Tensor Core。这是『算法为硬件让路』的典型，后面 Infra 的 FlashKDA 会呼应。其余在 02 节展开。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【过场 · 约30秒】结构部分刻意精简『是什么』。每一页用『痛点 → 选择 → 为什么不是别的方案』来讲动机。公式大幅压缩，只在 KDA 那页保留一个招牌公式，其余用图；需要展开数学的地方我把逐符号解释写进了备注。这节 12 分钟、8 页，平均一页一分半，注意别恋战。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【序列① · 约1.5分钟】序列维第一个『为什么』：为什么混合。看左图这张二维图：横轴长序列成本（越右越贵），纵轴精确检索能力（越上越强）。右上角是全 softmax——检索最强但最贵，1M 下算不起也存不起；左下角是纯线性（KDA/GDN）——状态固定、非常便宜，但有损压缩，做大海捞针式精确检索会退化。K3 选在中间偏左上：3 层 KDA 配 1 层 Gated MLA。直觉是——大部分 token 混合交给便宜的线性层，每 4 层插一个全局注意力当『锚点』，周期性重看完整上下文。系统收益很直接：只有 1/4 的层贡献随长度增长的 cache，而且那还是低秩的 MLA。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【序列② · 约2分钟 · 全场唯一重点公式，务必讲透】上图对比两种记忆方式：左边 softmax 把每个历史 token 的 k、v 都存下来，cache 随序列线性增长；右边 KDA 只维护一个固定大小的状态矩阵 S，边读边更新——这是长序列便宜的关键。</a:t>
            </a:r>
          </a:p>
          <a:p/>
          <a:p>
            <a:r>
              <a:t>公式（逐符号，看备注慢讲）：S_t = (I − β_t·k_t·k_tᵀ)·Diag(α_t)·S_{t−1} + β_t·k_t·v_tᵀ，输出 õ_t = S_tᵀ·q_t。</a:t>
            </a:r>
          </a:p>
          <a:p>
            <a:r>
              <a:t>S_t 是 t 时刻的递归状态矩阵，一份持续更新的记忆摘要，大小固定、与序列长度无关；(I − β_t·k_t·k_tᵀ) 是 delta rule 的擦除项——写入前先沿 key 方向删掉旧关联，等价于对在线回归目标走一步梯度下降；Diag(α_t) 是通道级遗忘门，每个 key 通道独立决定遗忘多少，比 GDN/Mamba-2 的标量门精细得多。请记住『固定大小状态』——Infra 的 KCP 和前缀缓存都建立在它之上。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【序列③ · 约1.5分钟】一个很能体现『算法-系统协同』的小改动，用图讲。背景：KDA 训练用 chunkwise 形式，块内并行、块间递归。块内计算里 key 要除以累积衰减 Γ，而 Γ 是很多 α∈(0,1) 连乘的结果，连乘趋近 0，倒数 1/Γ 可能无限变大、有限精度下溢出。Kimi Linear 老办法是切成 16-token 小 tile，非对角 tile 能走 Tensor Core，但对角 tile 还得逐位置对地算——kernel 里一条慢路径。</a:t>
            </a:r>
          </a:p>
          <a:p/>
          <a:p>
            <a:r>
              <a:t>K3 的改法（左图）：把衰减门从『无下界的负 Softplus』换成『有下界的缩放 sigmoid』，下界卡在 gmin=−5。于是 16-token 块累积衰减落在 (−80,0)，倒数小于 e⁸⁰，落进 BF16 范围。结果（右图）：对角块也能走稠密 Tensor Core，那条慢路径被彻底删掉。这就是『算法为硬件让路』——这条到 Infra 的 FlashKDA 会再展开。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【序列④ · 约1.5分钟】两个『为什么』，不放公式。第一，全局层为什么用 Gated MLA：MLA 是 DeepSeek-V2 提出的，把每个 token 的 K、V 压成低维 latent 缓存、用时上投影重建，KV cache 小很多同时保留全局注意力；K3 在它基础上加一个输入依赖的满秩 sigmoid 输出门，和 KDA 保持一致，让每个 token 调制自己从全局注意力读到的通道。</a:t>
            </a:r>
          </a:p>
          <a:p/>
          <a:p>
            <a:r>
              <a:t>第二，更有意思——为什么敢用 NoPE（全局层完全不加位置编码）。常识里注意力必须有位置编码，否则分不清顺序；但 K3 的位置信息已经由中间的 KDA 层通过递归和衰减门隐式携带了，MLA 只负责无位置约束的全局内容检索。红利很大：上下文从 8K 扩到 1M 全程不用碰位置编码——不用 RoPE rescale、不用 YaRN 插值，直接外推。这页的主线是『职责分离』。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【深度 · 约1.5分钟】用图讲，公式放备注。痛点（图 a）：标准残差 h_{l+1}=h_l+f_l(h_l)，等于把之前所有层的输出等权加起来压进一个不断累积的状态，层一深早期信息就被稀释，PreNorm 下幅值还无界增长——这本质就是 RNN 沿时间维的瓶颈。关键类比：序列维当年用 attention 替换了 RNN 递归，让每个位置选择性看全部历史，K3 把同一招用到深度维，就是 Attention Residuals（图 b）。做法：每层有一个可学习 pseudo-query，对前面各层输出做 softmax 注意力，选择性聚合。Block 版（图 c）把层分块，只在块间做注意力，开销从 O(Ld) 降到 O(Nd)，N≈8 就能恢复大部分收益，推理延迟只多不到 2%。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【宽度① · 约1.5分钟】为什么能把专家堆到 896 还训得起。痛点：常规 MoE（DeepSeekMoE 那种）里每个被选专家都要接收完整 d 维表示，每多激活一个专家，all-to-all 通信量和读专家权重的带宽都线性增加，限制了往『更多、更小、更专』方向扩。</a:t>
            </a:r>
          </a:p>
          <a:p/>
          <a:p>
            <a:r>
              <a:t>LatentMoE 的解法：解耦『模型全宽 d』和『路由专家工作宽度 ℓ』。共享专家（每个 token 都过）保留全宽 d 通路负责共性变换；路由专家在压缩的 latent 空间工作，K3 取 ℓ=d/2=3584。于是 dispatch/combine 通信减半、权重带宽减半，才敢把激活专家从 8 提到 16、专家池从 384 扩到 896。但极端稀疏 + 2.8T 放大两个失效模式，下一页两个稳定化设计来治。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【宽度② · 约2分钟 · 两个都不放公式，讲思路+备注给公式】左边 SiTU-GLU，解决激活爆炸。SwiGLU 是 gate·value 两分支相乘，两个因子都无界，大坐标一共振就产生离群值，低精度（MXFP4/8）下易溢出。SiTU-GLU 给两分支都套光滑软帽 β·tanh(x/β)。公式（备注）：SiTU-GLU(x)=[β₁·tanh(Wg x/β₁)⊙σ(Wg x)]⊙[β₂·tanh(Wu x/β₂)]，β₁=4、β₂=25。三条性质：近原点一阶等于 SwiGLU（不改原点行为）；输出上界 β₁β₂=100；相比硬 clamp 在非饱和区保留非零梯度。</a:t>
            </a:r>
          </a:p>
          <a:p/>
          <a:p>
            <a:r>
              <a:t>右边 Quantile Balancing，解决近千专家的负载均衡。传统 sign 偏置（负载多减一点、少加一点）步长大震荡、小收敛慢，近千专家失控。QB 把均衡看成最优指派问题，对偶推出专家偏置的闭式解正好是 margin 分布的分位数（右图红线），无学习率类超参、几步收敛；全局分位数用直方图估计——一次 all-reduce 求 bin 计数，和 token 分片方式无关。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【横向对照 · 约1.5分钟 · 本节收口】把三家 2026 旗舰的长上下文注意力放一起建立坐标。两条根本路线：线性状态混合（K3 与 Qwen3.5）——用 RNN 式固定状态承担大部分 token mixing，周期插全局层保精确检索；区别在门控粒度，K3 的 KDA 是通道级 Diag(α)、还多了 ShortConv/L2Norm/满秩输出门，Qwen 的 GDN 是标量 α。压缩+稀疏检索（DeepSeek-V4）——保留 softmax 语义，但把 KV 先压缩（CSA 4×、HCA 128×），再用轻量 indexer 做 top-k 稀疏选择，好处是每层都保留精确检索。没有绝对优劣，两种工程审美，团队可按自己需求选。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【过场 · 约30秒】进入预训练，这节我扩充了，因为它是把架构潜力兑现成能力的关键，且有几个方法论值得团队直接借鉴。四条主线：数据（四域+视觉、rephrasing、程序化多模态）、scaling law 方法论（尤其 cosine vs WSD 的公平比较）、1M 长上下文的四阶段课程与长依赖合成、以及训练稳定性的一组手段。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 · 约2分钟】数据侧三件事。第一，语料构成：文本四域各经规则+分类器打分+去重，域间配比靠小模型消融确定（不是拍脑袋）；视觉语料包含 caption、图文交错、OCR、感知、视频、visual coding，坐标监督给绝对和归一化两种格式让定位对分辨率鲁棒。</a:t>
            </a:r>
          </a:p>
          <a:p/>
          <a:p>
            <a:r>
              <a:t>第二，两个『更会喂』的数据工程：Rephrasing（承自 K2）——对知识和数学做风格与视角多样化改写、分块自回归生成、再和原文做保真校验，目的是让同一份知识以不同角度多次曝光而非简单重复，提高每 token 的知识密度；程序化多模态——代码片段配其渲染结果，覆盖 SVG、3D、网页、游戏、CAD，这正是 K3『写代码看渲染效果再改』能力的来源。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【scaling law 方法论 · 约2分钟 · 本节最想让人带走的方法论，慢讲】背景：K3 架构、数据、训练都变了，最优训练配置也变了，所以没沿用 K2 超参，而是重做一轮 scaling law 搜索，重调 batch、峰值 LR、tokens-per-parameter、模型形状。</a:t>
            </a:r>
          </a:p>
          <a:p/>
          <a:p>
            <a:r>
              <a:t>但这页核心不是结论，是一个实验设计的坑。他们比较 cosine decay 和 WSD 两种学习率调度，关键观察是——两种调度各自的最优超参差别很大，最优峰值 LR、最优 batch 都不一样。所以如果固定一组超参去比，你比的其实是『超参对谁更适配』，而不是调度本身。正确做法是分别把两者各自调到最优再比，结论才是 cosine 最终 loss 更低。这条几乎适用于所有 A/B 实验，强烈建议团队照做。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【1M 上下文 · 约1.5分钟】专讲 1M 怎么练出来。四阶段课程（右图）：预训练窗口 8K→64K，cooldown 256K→1M，核心是『课程经济学』——长序列计算极贵，只在总预算的一小部分做、逐步拉长、渐进适应。数据处理：自然长文/长视频有大量低质（近重复、二进制块、截断、无效日志），用专门管线清洗（精确+模糊去重、视频帧感知哈希、结构校验），真长文稀缺还要上采样。最重要还是那句『长≠长程能力』：单纯喂长文本模型可能退化成只看局部，所以合成『必须跨越整个 1M 取证才能解』的拼接任务，强制 attention 在目标尺度训练。位置上 NoPE+KDA 让全程零位置编码调参，呼应结构节。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【稳定性 · 约2分钟】稳定性不是单点，是一组配套手段。Per-Head Muon（重点，也算这页的公式替代讲解）：Muon 核心是对矩阵参数的动量做 Newton–Schulz 正交化再更新，token 效率比 AdamW 高；K3 改进是逐头——Q/K/V 投影不当成一整块正交化，而是沿 head 维切开、每头单独做。为什么？整块正交化会把所有头耦合，梯度或动量尺度大的头会主导那个共享更新方向、小头归一化不足；逐头让各头更新尺度对齐，大规模更稳，顺带 Newton–Schulz 在瘦高小矩阵上更省。</a:t>
            </a:r>
          </a:p>
          <a:p/>
          <a:p>
            <a:r>
              <a:t>K2 的 weight clipping 继续用抑制爆炸；Quantile Balancing 从稳定性角度再点一次——均衡不好会让部分专家训不充分、拖慢 EP。MoonViT-V2 从零训练是个反常规但很有价值的决策：不用 SigLIP 对比学习初始化视觉塔，而是从零用 next-token prediction 和 LLM 一起训，原因就是稳定性——SigLIP 初始化联合训练时梯度范数持续偏高、频繁尖刺，从零训全程平稳且评测持平。结论：规模够大时，对比学习预训练不是多模态 LLM 的必要初始化。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【过场 · 约40秒 · 本讲最重的一节，15 分钟】K3 同时踩中三个平时很少叠加的系统难题：混合 KDA 注意力（全新算子）、3T 级稀疏训练、百万 token 序列。组织方式：先给并行组合和三大痛点的总览，然后逐个击破——FlashKDA/KCP 解决『新算子怎么高效』；MoonEP 解决『专家负载不均』；显存工程解决『装不下』；ViT 优化解决『多模态计算方差』，最后和 DeepSeek 的训练 infra 做对照。这节图多公式少，重点理解『每个系统设计对应哪个痛点、原理是什么』。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【Infra 总览 · 约1.5分钟】先建立全局观。K3 预训练叠了四层并行（上半图）：PP+虚拟阶段 VPP 把 93 层切流水段、用 interleaved 1F1B 减气泡；EP 把 896 专家分片、靠 all-to-all 做 dispatch（发 token 给专家）和 combine（收结果）；CP 上下文并行（KCP）把 1M 序列切段、用固定大小 all-gather 同步递归状态（KDA 特有，后面单讲）；ZeRO-1 分片优化器状态、Pipeline ZeRO-2 分片梯度还能 offload CPU。</a:t>
            </a:r>
          </a:p>
          <a:p/>
          <a:p>
            <a:r>
              <a:t>下半是三大痛点，也是解题顺序：① EP token 负载在各 rank 间不均，热 rank 拖慢整体、动态形状还造成碎片 → MoonEP；② 激活+梯度+优化器状态超显存 → 显存工程；③ ViT 计算方差大，暴露在关键路径会拖慢流水 → 动态 CP + 塞进气泡。接下来逐个拆，外加 KDA 算子本身的高效实现。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【调度图 · 约1.5分钟】把『用计算盖住通信』落到实处（复现报告 Fig.11）。四条泳道：计算流、EP 通信、NCCL 通信、激活 offload。三个设计意图：共享专家拆成 SE1/SE2 放独立 stream 填专家 all-to-all 的空档；那个 reduce grad 是复合操作——reduce_scatter 后 onload CPU 分片、相加、再 offload，正是 Pipeline ZeRO-2 加 CPU 梯度；反向里 EP-DR 是 dispatch 重算，对应后面 memory-efficient MoE。总之通信全被藏进计算缝隙里。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【1F1B+VPP · 约1分钟】给熟悉 PP 的同事一个定量直觉。GPipe bubble 占比约 (p−1)/m；1F1B 不改比例但让每 stage 稳态只驻留约 p 份在飞激活、降峰值；VPP 把每物理 stage 拆 v 个虚拟块，bubble 降到约 (p−1)/(m·v)，代价是通信次数 ×v。K3 层多机器多，这个收益值得。但它留了个尾巴（右图）：暖机期各 stage 驻留激活不均，越靠前越多。这个副作用后面用『PP 激活再平衡』治，先记住。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【FlashKDA · 约2分钟】第一个击破点：KDA 这个新算子在训练/prefill 时怎么高效——他们开源的 FlashKDA。问题本质：chunkwise 里块内 token 并行（能喂满 SM）、块间递归（并行度低），放一个 kernel 里 token 阶段会被递归卡住、SM 闲置。解法是拆两个 kernel 流水：K1 负责 token 并行部分（门激活、L2 归一、施加衰减、构造矩阵、16×16 求逆），K2 负责 head 并行的跨 chunk 递归和输出；拆开后各自独立调 occupancy 和 tiling，端到端至少 15% 提速。</a:t>
            </a:r>
          </a:p>
          <a:p/>
          <a:p>
            <a:r>
              <a:t>CHUNK=16 的三重动机（右图）：一，配合结构节的 lower-bounded decay（gmin=−5），16 token 的累积衰减正好落进 BF16、免复杂 rescale；二，16×16 矩阵求逆用 Neumann 级数直接展开、很便宜；三，都能映射到 SM80 的 MMA 指令、多种 NVIDIA GPU 可移植。还有精度上的抠：片上状态存 bf16 省一半 shared memory（FMA 用 fp32 就无损）。这页和结构节的 KDA③ 是一条线。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【KCP · 约2分钟】第二个击破点：1M 序列怎么切到多设备并行。先对比通信代价：softmax 的 CP（Ring Attention）要在设备间传 KV 块、随长度增长；朴素线性注意力很简单——每 rank 从零状态算自己这段的状态再求和。但 KDA 的 delta rule 不能这么简单求和：S_t = M_t·S_{t−1}+β_t·k_t·v_tᵀ，其中 M_t=(I−β_t·k_t·k_tᵀ)·Diag(α_t) 是作用在入段状态上的转移矩阵——这一段对状态的影响依赖进入这段时的状态，不像纯累加那样与入段无关，所以不能直接求和。</a:t>
            </a:r>
          </a:p>
          <a:p/>
          <a:p>
            <a:r>
              <a:t>KCP 的解法：把每段效应分解成两个都能只用本段 token 算的量——累积转移矩阵 M（描述这段怎么变换入段状态）和从零出发的局部状态 S̃，任意入段状态进来，出段状态 = S̃ + M·入段状态。这些 rank 级更新满足结合律，于是一次固定大小 all-gather 交换各段的 (M, S̃)、再做前缀扫描就能精确重组。通信量与序列长度无关 → 线性扩展。这是把 softmax 的 CP 思路迁到线性注意力的漂亮例子。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【MoonEP① · 约2分钟 · 已开源 · 训练 infra 核心】常规 EP（如 DeepEP）三痛：token 路由到各 rank 数量不均，最热的 rank 决定整层时间，其他 rank 干等；每步每层路由结果都变、专家激活形状动态，导致显存碎片久了甚至 OOM；因为形状动态，host 每层要和 device 同步一次拿实际形状才能发 kernel，流水停顿。关键洞见：这三点同源，都是『token 到专家映射动态且不均』的后果——所以治本是让这个映射结果对系统而言变成静态且完全均衡。</a:t>
            </a:r>
          </a:p>
          <a:p/>
          <a:p>
            <a:r>
              <a:t>MoonEP 核心是『动态冗余专家』，目标让每 rank 恰好处理 S×K 个 token（S=每 rank 序列长度、K=每 token 选专家数），所有 rank 计算量完全一样。前向根据当前 micro-batch 路由结果在线规划——某专家太热就在别的 rank 放冗余副本、分流超出的 token、并预取权重；反向冗余副本的梯度再 reduce 回它真正的 home rank。看底部图（H20, EP=8）：MoonEP 随不均几乎平坦，DeepEP 稳步恶化。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【MoonEP② · 约2分钟 · 数学在备注】MoonEP 最漂亮的地方是理论保证。设 E 是专家总数、R 是 EP 并行度。他们证明：对任意路由输出，每个 rank 最多只需 E/R 个冗余专家，就一定存在完美均衡方案。</a:t>
            </a:r>
          </a:p>
          <a:p/>
          <a:p>
            <a:r>
              <a:t>证明思路：从『每 rank 只放本地专家』开始，分成超载/欠载两类；反复挑一个超载 rank 去把某个欠载 rank 填到恰好 S×K。每次填充让一个欠载 rank 达到平衡且此后不变，所以最多 R−1 次结束；且每 rank 最多被填一次，意味着它的远端 token 只来自单一另一个 rank，那个 rank 上至多 E/R 个本地专家，所以冗余专家数 ≤ E/R。还证了下界约等于 E/R，界基本紧。</a:t>
            </a:r>
          </a:p>
          <a:p/>
          <a:p>
            <a:r>
              <a:t>实际意义：只要预留 E/R 个槽位，规划永远有可行解、训练永不因『找不到均衡方案』中断。对比 ECHO/UltraEP——预设固定冗余数或 per-rank token 上限，一旦某步路由太极端没有可行方案训练就得停，上限还要手工调、仍残留不均。这就是 MoonEP 的工程哲学：把确定性当一等目标。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【MoonEP③ · 约1.5分钟】完美均衡带来两个很值钱的副产品。零拷贝：因为规划 kernel 已算好每个 token 该去哪，token 可以直接写到远端『按专家分组』的最终位置，通信 buffer 的视图直接交给计算，省掉『通信缓冲区→用户缓冲区』那次拷贝（通常是 epilogue 主开销）。看右图：DeepEP 要支持零拷贝，最坏情况（所有 rank 把 token 发给同一 rank）得预留 S×K×R 的 buffer；MoonEP 恒定 S×K，与倾斜无关。</a:t>
            </a:r>
          </a:p>
          <a:p/>
          <a:p>
            <a:r>
              <a:t>静态形状：每层 MoE 计算形状静态已知，就不用每层把计数读回 host 决定 kernel 形状了，消除同步、降启动开销。不过 rank 内各专家之间还是偏斜的，用 workload-aware 的 GEMM 调度治（分析型代价模型+离线 autotune），共享专家 GEMM 单独放 stream overlap。所以你看——均衡不只是提吞吐，它顺带把显存碎片也消掉了（动态形状本来是碎片根源）。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【显存工程 · 约2分钟】第四个击破点：2.8T 怎么装进显存。核心是一个优雅抽象——统一激活管理器（左图）：每个需要为反向保存的张量都挂一个『可插拔存储后端』，也就是『怎么省这块显存』不再写死在模型代码里，而是变成张量粒度上可声明的『存储策略』、和模型逻辑解耦。策略有四种：重计算、FP8 块量化、offload（到 CPU 或别的 PP rank）、以及组合（同一张量叠加多种）；所有 GPU 内存在主计算流上从单一内存池分配，避免多流碎片；激活按层预取回来和计算重叠。</a:t>
            </a:r>
          </a:p>
          <a:p/>
          <a:p>
            <a:r>
              <a:t>右图是账本，各手段各省一点。举几个实际用法：多数激活 FP8 块量化+offload、逐元素算子直接重计算；MoE 借 SonicMoE 思路把某个梯度数学变换成只依赖中间激活和上游梯度、免存前向输出，group GEMM 只存 dispatch 输入、反向重算 dispatch（重算通信正好和反向计算重叠）；Block AttnRes 整个用 checkpoint 包起来，于是每层为反向保存的激活和标准残差架构完全一样——等于白拿了 AttnRes 不额外占显存。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【显存续 · 约2分钟】三个系统级手段，主题都是『把压力从 HBM 挪走』。PP 激活再平衡：回收 1F1B 那个尾巴——暖机期越靠前 stage 激活越多、越靠后越少，峰值不均易 OOM，用 Mooncake Transfer Engine 把激活远程 offload 到别的 PP rank 内存、削平峰值。关键认知：显存瓶颈是『单卡峰值』不是『总量』，把峰值从热卡挪到冷卡等效于给你更大空间。</a:t>
            </a:r>
          </a:p>
          <a:p/>
          <a:p>
            <a:r>
              <a:t>Pipeline ZeRO-2 把梯度分片后下沉 CPU，GPU 只留 double buffer。P2P Muon（右图）——Muon 的 Newton–Schulz 正交化是整矩阵多项式，必须完整矩阵，但优化器把参数分片了；朴素做法全量 all-gather，显存和通信双爆炸。K3 改成每卡只用点对点通信拉回『自己负责更新的』参数分片，临时 buffer 从 O(P) 降到 O(P/DP)、消除全参 buffer，再按 model-chunk 粒度流水隐藏。这个『只有要更新该参数的卡才需要它的完整矩阵、所以把广播降级成定向』的思路，对我们做分布式通信很有借鉴。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【多模态 encoder · 约1.5分钟】第三个痛点：ViT 计算方差。背景：K3 原生多模态，文本和视觉在同一骨干联合训练，但大图/长视频的 ViT 计算量差异巨大，直接放关键路径会拖慢流水、造成设备间负载不均（有的卡啃大图、有的卡闲着）。</a:t>
            </a:r>
          </a:p>
          <a:p/>
          <a:p>
            <a:r>
              <a:t>两招：第一，动态上下文并行——单张大图沿 patch 维切到多设备，注意力通过跨 CP rank 的 gather-KV 算；再把一个 CP 组分成几个 sub-group，把多张大图负载均衡分散，通信占比不随规模膨胀。第二，把 ViT 计算塞进流水线气泡——interleaved 1F1B 下最前几个 micro-batch 的文本前向排在最开始、最后几个的反向排在最末尾，中间有气泡；把首批 micro-batch 的 ViT 前向同步先跑掉，其余 ViT 前向和反向调度进气泡。结果 ViT 有效开销基本被隐藏、视觉几乎白算。承接 K2.5 的 Decoupled Encoder Process，思路和 Optimus 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【K3 vs DeepSeek Infra · 约1.5分钟 · 本节收口】逐行快过：EP 通信——DeepSeek 的 DeepEP 是『高效 all-to-all 但容忍不均』，K3 的 MoonEP 是『动态冗余做到完美均衡还顺带静态形状』；负载均衡——DeepSeek 主要在部署期用 EPLB 再平衡+训练期 sign 偏置，K3 是训练期每步在线规划+Quantile Balancing；低精度——DeepSeek FP8 训练，K3 训练期 FP8 存激活+后训练 MXFP4/8 QAT；流水线——DeepSeek 有 DualPipe 双向流水极致压气泡，K3 用 1F1B+VPP 把 ViT/offload/EP 通信塞进气泡；长上下文——DeepSeek 是 NSA/DSA/CSA 稀疏 attention kernel，K3 是 FlashKDA+KCP 线性注意力专属。</a:t>
            </a:r>
          </a:p>
          <a:p/>
          <a:p>
            <a:r>
              <a:t>两点总结：共同点是『架构为系统而生』——MLA 和 KDA 本质都是为 cache 和通信设计的注意力，不是纯建模视角；差异在气质——K3 强调训练期确定性（完美均衡、静态形状、永不中断），DeepSeek 强调把通信和流水线重叠做到极致。没有绝对优劣。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【过场 · 约30秒】强化学习简化处理，只讲骨架和几个关键设计，细节留给文档。三阶段：SFT 冷启动 → 分域、分推理强度做 RL 得一批专家 → 多教师在线蒸馏合回一个模型。记住这个『分而治之再合并』的范式就够了，它已是 2026 前沿共识。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【后训练流程 · 约2分钟】SFT 阶段：用前代 Kimi 域专家合成复杂 agentic 轨迹，加多级校验和人在环标注；所有数据用 XTML 模板序列化——为 Agent 时代重设计的 chat template，用三个保留 token 表示结构边界、消除 tokenization 歧义、方便约束解码，而且低对齐税、轻量 SFT 后就能上 RL。QAT 从 SFT 就开始（MoE 权重 MXFP4、激活 MXFP8），一直贯穿到 RL、训推同量化。</a:t>
            </a:r>
          </a:p>
          <a:p/>
          <a:p>
            <a:r>
              <a:t>RL 阶段：不给每个任务单独训，而是分三大域（通用、通用 Agent、编码 Agent）× 三档推理强度（low/high/max）得 9 个专家（图中 3×3 网格）。一个重要现象：RL FLOPs 增加时，工具调用步数和综合能力同步上涨——『更长的自主执行』本身是 RL 学出来的。MOPD 阶段用多教师在线蒸馏把 9 个专家合回一个统一模型。这个范式和 DeepSeek-V4、小米 MiMo-V2 收敛，已成前沿共识。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【RL 关键设计 · 约2分钟 · 快速过】四条关键设计。Partial rollout：长程任务总有个别轨迹特别慢，每轮采样一批、完成到 λ 比例就开始优化、没完成的入队下轮接着跑（靠沙箱恢复状态），长尾不阻塞；副作用是长轨迹跨多轮变成极端 off-policy，用 per-token 正则把更新约束在局部邻域、容忍过期数据。Reasoning-effort 预算：给每题估初始 token 预算 b₀(x)，超 τ·b₀(x) 直接给 −1，τ 从大到小退火得 max/high/low 三档；通用任务只数思考 token、agentic 数全部输出（含工具参数），防止把话藏进工具参数绕过限制。Agentic GRM：不可验证任务用生成式奖励模型做锦标赛式两两比较，强制 judge 走『读产物→生成 rubric→逐项打分→记分板』协议，超长直接判负防刷分。</a:t>
            </a:r>
          </a:p>
          <a:p/>
          <a:p>
            <a:r>
              <a:t>下半六类环境只念名字、点一句『环境工程是核心壁垒』：统一白盒 harness（可实例化 Kimi Code/Claude Code/Codex，防过拟合单一 harness）、知识图谱引导任务合成、kernel 优化（含反 reward-hacking）、个人助理 mock、AET 自主执行、WebDev 多 scaffold。训练+评测全程创建了五千多万个沙箱、一百五十多万个镜像，用的是 AgentENV microVM。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【蒸馏/量化/投机 · 约1.5分钟】后训练收尾三件事，都体现同一主线：让训练目标对齐部署现实。MOPD（多教师在线蒸馏）：学生在自己分布上采样（on-policy），教师对学生生成的每个 token 打分，避免 SFT 式离线蒸馏的 exposure bias。公式（备注）：per-token reward = clip(stop_grad(log[π_teacher/π_student]), −R_max, R_max)，是 dense 的、能无缝接入现有 RL 框架、复用 partial rollout。</a:t>
            </a:r>
          </a:p>
          <a:p/>
          <a:p>
            <a:r>
              <a:t>QAT 从 SFT 到 RL 全程，MoE 权重 MXFP4、激活 MXFP8，非专家部分高精度；关键是 RL 阶段 rollout 和训练用同一套量化、做到训推一致——这是很多 RL 训练翻车的隐形来源。投机解码：K3 预训练就带一个 MTP 层，结构正好是单层 decoder block，冻结主模型微调成 EAGLE-3 draft；用 LK loss 直接优化接受率而非 KL 代理，因为接受率才是投机解码真正的加速指标。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【过场 · 约30秒】最后一节给结果与收束。三块：评测（K3 在开源什么位置、强在哪弱在哪）、成本效率（把架构选择兑现成商业价值、和开场呼应）、几个能力案例（模型反哺 infra 的飞轮），最后用五条可带走的方法论收尾。时间紧的话评测和案例各半分钟带过，把重点留给最后那页。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【评测与成本 · 约1分钟】整体排名 K3 稳居开源第一梯队，仅次于 Claude Fable 5 和 GPT-5.6 Sol，领先其余所有；短板在研究级推理（HLE、CritPt）。亮点是 BrowseComp、ProgramBench 拿第一，SWE-Marathon（GPU kernel 向）领先 Fable 5 七个点。第三方里 Artificial Analysis 智能指数 580 模型排第 4，WebDev Arena 是开源模型首次登顶。</a:t>
            </a:r>
          </a:p>
          <a:p/>
          <a:p>
            <a:r>
              <a:t>更值得讲的是成本（右图，横轴每任务成本、纵轴分数，越左上越好）：K3 基本落在成本-质量前沿上。以 BrowseComp 为例，拿最高分同时只要 2.03 美元一个任务，是 GPT-5.6 Sol 的一半、Claude max 档的十分之一量级。这不是偶然——正是前面所有『为系统让路』的架构选择（KDA 固定状态、MLA 低秩、混合注意力）在服务成本上的兑现。可以呼应开场：架构效率最终变成商业上的价格优势。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【案例 · 约1分钟】主题是『模型开始反哺自己的基础设施』。GPU kernel 优化：给每个模型 24 小时独立优化 kernel，K3 把 AttnRes kernel 从 283.6ms 降到 114.4ms、KDA 降 73.6%、整体追平带 fallback 的 Claude Fable 5；报告还提到一个早期 K3 checkpoint 就已经承担团队内部大部分 kernel 优化工作了。MiniTriton：K3 自己写了个类 Triton 编译器，DSL 前端→MLIR→PTX 全链路，L20 上 matmul 达 cuBLAS 约 90%。nano-kpu：48 小时自主跑通开源 EDA 设计出推理芯片原型，4mm²、100MHz 时序收敛、RTL 仿真解码 8700 tok/s。安全评测在 Linux kernel 发现 16 个未知漏洞（含可远程触发的堆越界写和 Dirty-COW 类提权）。串成一句话：用 RL 环境训练 kernel 能力 → 模型替团队写 kernel → 这些 kernel 又支撑下一代训练——能力和基础设施的飞轮已经转起来了。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【总结五条 · 约1分钟收尾】用五条把全场收起来：一，为什么这样设计——KDA、AttnRes、LatentMoE 各解序列/深度/宽度一个瓶颈，混合注意力把成本和精确检索解耦。二，算法-系统协同，贯穿全场——lower-bounded decay 为换 Tensor Core、NoPE 为免调参、QAT 为对齐量化、LK loss 为对齐接受率，每层抽象为下一层让路。三，确定性即性能——MoonEP 的完美均衡、静态形状、永不中断，本质是把随机性和长尾从训练里挤出去。四，方法论可迁移——最想让大家带走的是『比较任意训练技术前先各自调到最优』（cosine vs WSD 那个坑），还有统一激活管理器的存储策略抽象、QB 的直方图均衡。五，能力-Infra 飞轮——模型已经能优化 kernel、反哺训练，环境和沙箱工程成为新壁垒。最后一句：K3 用 2.8T 证明了线性混合路线能撑起 frontier 模型 + 1M 上下文 + 可负担的服务成本。开放提问。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【Q&amp;A】谢谢大家。常见问题预案见页面。更细的推导和对比在配套文档里：DESIGN_NOTES 是全量思路，PRETRAIN_INFRA_DEEPDIVE 是 Infra 深挖。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Kimi K3 深度解读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为什么这样设计 · 预训练 · 预训练 Infrastructure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Kimi K3: Open Frontier Intelligence（2026.07）技术报告精读 · 第二讲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1965960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9659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2.8T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总参数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3977639"/>
            <a:ext cx="1965960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4069080"/>
            <a:ext cx="19659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104B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激活参数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977639"/>
            <a:ext cx="1965960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069080"/>
            <a:ext cx="19659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3977639"/>
            <a:ext cx="1965960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4069080"/>
            <a:ext cx="19659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896选16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MoE 专家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3977639"/>
            <a:ext cx="1965960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4069080"/>
            <a:ext cx="19659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2.5×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扩展效率 vs K2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4924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本讲侧重：结构设计的动机 / 预训练与其系统实现 · 结构基础与推理服务从略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今天的重点（第二讲）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六个部分，结构『为什么』/ 预训练 / 预训练 Infra 是重心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64240" cy="34198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配时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</a:tr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设计哲学与决策总表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三维信息流；一页看全『选择→原因』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min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结构设计的原因（精简）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序列/深度/宽度：为什么，而非是什么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min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预训练（扩充）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 / scaling law 方法论 / 1M 课程 / 稳定性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min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 Infra（重点）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FlashKDA / KCP / MoonEP / 显存 / ViT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min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强化学习（简化）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三阶段 / 环境 / MOPD 一带而过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min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8855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评测与总结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成本效率 / 案例 / 方法论启示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min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38344"/>
            <a:ext cx="11064240" cy="95097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相较上一讲：结构介绍与推理服务收缩，预训练与预训练 Infra 显著扩充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286000"/>
            <a:ext cx="27432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66160"/>
            <a:ext cx="14630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20440"/>
            <a:ext cx="100584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设计哲学与决策总表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先建立统一视角：K3 的每个改动都在扩展某个维度的『信息流』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统一视角：在三个维度上扩展信息流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序列 / 深度 / 宽度，各有痛点与方案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6583680" cy="1993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4983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瓶颈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K3 方案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 token mixing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下 softmax 计算 O(T²) 与 KV cache O(T) 爆炸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3×KDA + 1×Gated MLA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深度 layer mixing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残差把历史层等权压成单态，深层看不清早期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Residuals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宽度 channel mixing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扩专家池 → 通信/带宽/稳定性恶化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Stable LatentMoE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_three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355810"/>
            <a:ext cx="4572000" cy="26035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611880"/>
            <a:ext cx="658368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 block：3×(KDA+MoE) + 1×(Gated MLA+MoE)，末层强制全局</a:t>
            </a:r>
          </a:p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本讲对『是什么』点到为止，重点在后面『为什么』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要点：KDA 跨 token · AttnRes 跨 layer · LatentMoE 跨 channel。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K2 → K3：为什么值得从头重调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加深 + 加稀疏，而非加宽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6583680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 K2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 K3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 / 总参 / 激活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1.04T / 32.6B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 / 2.78T / 104.2B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↑52 / 167 / 220%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61× MLA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69× KDA + 24× MLA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混合线性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 选 8 + 1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896 选 16 + 2 (latent 3584)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稀疏度 56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 / 上下文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SwiGLU / 128K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SiTU-GLU / 1M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8× ctx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349295"/>
            <a:ext cx="4572000" cy="2616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087368"/>
            <a:ext cx="6583680" cy="19019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hidden 维不变(7168)，靠加深+加稀疏扩张；激活仅占 3.7%</a:t>
            </a:r>
          </a:p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2.5× 是『整体』效率（架构+数据+超参共同贡献），OOD 验证集拟合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要点：改动大到改变了『最优训练 regime』→ 必须重做 scaling law 搜索。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一页看全：每个选择背后的原因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整场索引 · 痛点 → 选择 → 为什么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64240" cy="34198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 / 模块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为什么是它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</a:tr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 token mixing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下 softmax 太贵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KDA : 1 MLA 混合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线性扛长程 + 全局保精确检索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KDA 衰减门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chunkwise 对角块有慢路径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lower-bounded decay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数值压进 BF16 → 全块走 Tensor Core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全局层位置编码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扩上下文要重调 RoPE/YaRN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NoPE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位置由 KDA 隐式携带 → 零调参外推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深度 layer mixing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残差稀释早期层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Residuals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深度维照搬序列维的 attention 革命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8855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宽度 MoE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扩专家→通信/带宽爆炸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Stable LatentMoE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latent 压缩 + 归一/有界/分位数均衡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8855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优化器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大规模各头更新失衡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Per-Head Muon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逐头正交化均衡更新尺度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286000"/>
            <a:ext cx="27432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66160"/>
            <a:ext cx="14630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20440"/>
            <a:ext cx="100584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结构设计的原因（精简）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不讲『是什么』，只讲『为什么这样、为什么不是别的』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序列①：为什么是『混合』，而不是纯线性/纯全局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把成本与检索解耦</a:t>
            </a:r>
          </a:p>
        </p:txBody>
      </p:sp>
      <p:pic>
        <p:nvPicPr>
          <p:cNvPr id="6" name="Picture 5" descr="f_hybrid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60646"/>
            <a:ext cx="5806440" cy="34853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纯全局 softmax：精确但最贵（O(T²)、KV O(T)），1M 下不可行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纯线性：便宜但有损——固定状态是压缩，精确检索会退化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K3：3 KDA : 1 MLA，多数层便宜、每 4 层一个全局『锚点』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只有 1/4 的层贡献随 T 增长的 cache（还是低秩 MLA）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结论：混合把『成本』与『检索』解耦，逼近左上角理想区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要点：不是一条道走到黑，而是让不同层各司其职。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序列②：KDA —— 唯一需要记住的一个公式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用固定状态换掉增长的 KV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39496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把『不断增长的 KV cache』换成『固定大小状态 S』——长序列便宜的关键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delta rule：写入前先擦掉该 key 方向的旧值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= 对在线回归目标走一步梯度下降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通道级遗忘门 Diag(α)：每个 key 通道独立决定遗忘多少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比 GDN 的标量门更细；配 ShortConv + L2Norm + 满秩输出门</a:t>
            </a:r>
          </a:p>
        </p:txBody>
      </p:sp>
      <p:pic>
        <p:nvPicPr>
          <p:cNvPr id="7" name="Picture 6" descr="f_kda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217191"/>
            <a:ext cx="5806440" cy="29722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要点：固定大小状态——记住这点，Infra 的 KCP 与前缀缓存都建立在它之上。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序列③：一个『为硬件让路』的小改动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改门控值域，删掉一整条 kernel 慢路径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39496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问题：chunkwise 要除以累积衰减 1/Γ，α 连乘 → 可无界增长、溢出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Kimi Linear 老办法：对角块逐位置对算 —— 一条慢路径，上不了 Tensor Core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K3：把衰减门下界卡在 gmin = −5（左图红线）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16-token 块累积衰减 ∈ (−80,0) → 倒数 &lt; e⁸⁰ 落进 BF16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收益：对角块也能走稠密 Tensor Core，慢路径被删除</a:t>
            </a:r>
          </a:p>
        </p:txBody>
      </p:sp>
      <p:pic>
        <p:nvPicPr>
          <p:cNvPr id="7" name="Picture 6" descr="f_kda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377302"/>
            <a:ext cx="5806440" cy="265203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要点：改一个门控函数的值域，换来 kernel 一整条慢路径被删除（详见 Infra·FlashKDA）。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序列④：为什么敢用 NoPE + 给全局层加门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职责分离：KDA 扛长程+位置，MLA 做全局检索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15568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Gated MLA：全局注意力层，沿用 DeepSeek-V2 的 MLA（KV 压成低维 latent 再重建）</a:t>
            </a:r>
          </a:p>
          <a:p>
            <a:pPr marL="256032" indent="0">
              <a:spcAft>
                <a:spcPts val="300"/>
              </a:spcAft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KV cache 小；K3 再加一个输入依赖的满秩 sigmoid 输出门（与 KDA 一致）</a:t>
            </a:r>
          </a:p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NoPE：MLA 层完全不加位置编码</a:t>
            </a:r>
          </a:p>
          <a:p>
            <a:pPr marL="256032" indent="0">
              <a:spcAft>
                <a:spcPts val="300"/>
              </a:spcAft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为什么敢：位置信息由中间的 KDA 层通过递归 + 衰减门隐式携带</a:t>
            </a:r>
          </a:p>
          <a:p>
            <a:pPr marL="256032" indent="0">
              <a:spcAft>
                <a:spcPts val="300"/>
              </a:spcAft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红利：上下文从 8K 扩到 1M 全程零位置编码调参（无 RoPE rescale / YaRN）</a:t>
            </a:r>
          </a:p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取舍主线：KDA 便宜地扛长程 + 位置感，MLA 周期性做无位置约束的全局检索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要点：NoPE 是 K3 能『直接外推到 1M』的关键之一。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深度：残差是『深度方向的 RNN』，那就换成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把序列维的 attention 革命搬到深度维</a:t>
            </a:r>
          </a:p>
        </p:txBody>
      </p:sp>
      <p:pic>
        <p:nvPicPr>
          <p:cNvPr id="6" name="Picture 5" descr="f_att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06367"/>
            <a:ext cx="5806440" cy="31939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痛点：标准残差把之前所有层等权累加成一个状态 → 深层信息被稀释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PreNorm 下幅值还随深度无界增长，破坏稳定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类比：这正是 RNN 沿时间的瓶颈；序列维早已用 attention 解决 → 深度维照做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做法：每层用一个可学习 pseudo-query，对前面各层输出做 softmax 注意力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Block 版：分块降开销 O(Ld) → O(Nd)，N≈8 恢复大部分收益，推理开销 &lt;2%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要点：标准残差=深度维 RNN；AttnRes=深度维 softmax。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宽度①：为什么 896 个专家还能训得起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解耦『模型全宽』与『专家宽度』</a:t>
            </a:r>
          </a:p>
        </p:txBody>
      </p:sp>
      <p:pic>
        <p:nvPicPr>
          <p:cNvPr id="6" name="Picture 5" descr="f_latentm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62687"/>
            <a:ext cx="5806440" cy="3081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痛点：常规 MoE 里每个被选专家都吃完整 d 维 → 通信/权重带宽随激活数线性涨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LatentMoE：共享专家保留全宽通路；路由专家在 ℓ=d/2=3584 的 latent 空间工作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dispatch/combine 通信减半、权重带宽减半；激活专家 8→16、专家 384→896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极端稀疏 + 2.8T 放大两个失效模式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① W↓→门控FFN→W↑ 近 4 连乘的病态链 → 内部激活爆炸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② 近千专家的负载均衡超出传统 sign 偏置的可控范围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要点：latent 压缩让『更多、更小、更专』的专家变得可负担。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宽度②：两个稳定化设计——SiTU-GLU 与 Quantile Balancing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一个压激活幅值，一个压负载失衡</a:t>
            </a:r>
          </a:p>
        </p:txBody>
      </p:sp>
      <p:pic>
        <p:nvPicPr>
          <p:cNvPr id="6" name="Picture 5" descr="f_si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1428"/>
            <a:ext cx="5577840" cy="2975063"/>
          </a:xfrm>
          <a:prstGeom prst="rect">
            <a:avLst/>
          </a:prstGeom>
        </p:spPr>
      </p:pic>
      <p:pic>
        <p:nvPicPr>
          <p:cNvPr id="7" name="Picture 6" descr="f_q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35147"/>
            <a:ext cx="5577840" cy="2547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SiTU-GLU：给 SwiGLU 两分支各戴光滑软帽 β·tanh(x/β)，近原点≈SwiGLU、输出≤β₁β₂=100 → 为 MXFP4/8 兜底</a:t>
            </a:r>
          </a:p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Quantile Balancing：把均衡看作最优指派，专家偏置有闭式解=目标负载分位数；无学习率超参、几步收敛、直方图全局估计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要点：都服务于『极端稀疏下的稳定训练』。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横向对照：三家长上下文注意力路线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两条根本路线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64240" cy="1517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596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路线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机制要点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线性状态混合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RNN 式固定状态 + 周期全局层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 K3 / Qwen3.5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K3 通道级 Diag(α)+ShortConv+满秩门；Qwen 标量 GDN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压缩+稀疏检索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 softmax，压缩 KV + top-k 选择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DeepSeek-V4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4× / HCA 128× 压缩 + 轻量 indexer 稀疏选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36392"/>
            <a:ext cx="11064240" cy="2852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K3 与 Qwen 走线性混合；DeepSeek 走稀疏 softmax —— 无绝对优劣，是两种工程审美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要点：线性状态混合 vs 压缩稀疏检索：两条根本路线。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286000"/>
            <a:ext cx="27432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66160"/>
            <a:ext cx="14630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20440"/>
            <a:ext cx="100584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数据 recipe · scaling law 方法论 · 1M 长上下文课程 · 稳定性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预训练数据：不只是『更多』，而是『更会喂』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语料构成 + 两个数据工程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15568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文本四域：Web / Code / Math / Knowledge，各经规则+分类器打分+去重，配比靠小模型消融确定</a:t>
            </a:r>
          </a:p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视觉语料：caption / 图文交错 / OCR / 感知 / 视频 / visual coding；坐标给绝对+归一化两种格式</a:t>
            </a:r>
          </a:p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Rephrasing（承自 K2）：对知识/数学做风格与视角多样化改写 + 对原文保真校验</a:t>
            </a:r>
          </a:p>
          <a:p>
            <a:pPr marL="256032" indent="0">
              <a:spcAft>
                <a:spcPts val="300"/>
              </a:spcAft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让同一份知识以不同角度多次曝光，而非简单重复 → 提高每 token 知识密度</a:t>
            </a:r>
          </a:p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程序化多模态：代码片段配其渲染结果（SVG/3D/网页/游戏/CAD）</a:t>
            </a:r>
          </a:p>
          <a:p>
            <a:pPr marL="256032" indent="0">
              <a:spcAft>
                <a:spcPts val="300"/>
              </a:spcAft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 支撑『写代码看效果』的 vision-in-the-loop 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要点：配比靠消融、改写要保真、程序化数据造就视觉编程能力。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方法论：一个值得抄的 scaling law 实验设计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cosine vs WSD 的公平比较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39496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改动大到改变最优训练 regime → 重做 scaling law 搜索（batch / LR / TPP / 形状）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cosine vs WSD：两种调度的最优超参（峰值 LR、batch）差异很大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用同一组超参比较，会不公平地偏向恰好更适配它的那个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正确做法：分别给两者各自调到最优，再比 → 结论才是 cosine 更优</a:t>
            </a:r>
          </a:p>
        </p:txBody>
      </p:sp>
      <p:pic>
        <p:nvPicPr>
          <p:cNvPr id="7" name="Picture 6" descr="f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41773"/>
            <a:ext cx="5806440" cy="33230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要点：比较任意训练技术前，先分别各自调到最优——几乎适用于所有 A/B 实验。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1M 上下文：四阶段课程 + 强制长依赖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课程经济学 + 长≠长程能力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39496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四阶段：预训练 8K→64K，cooldown 256K→1M（把最贵的长序列计算集中在一小段预算）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长数据清洗：精确+模糊去重 / 视频帧感知哈希 / 结构校验；真长文稀缺→上采样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长 ≠ 长程能力：合成『必须跨全 1M 取证才能解』的拼接任务，强制 attention 在目标尺度训练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NoPE + KDA → 全程零位置编码调参（无 RoPE rescale / YaRN）——呼应结构节</a:t>
            </a:r>
          </a:p>
        </p:txBody>
      </p:sp>
      <p:pic>
        <p:nvPicPr>
          <p:cNvPr id="7" name="Picture 6" descr="f_longc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336195"/>
            <a:ext cx="5806440" cy="27342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要点：NoPE 负责『能外推』，合成长依赖负责『真的会用长上下文』。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训练稳定性：一组『配套』手段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稳不是单点，是组合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64240" cy="29443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32120"/>
                <a:gridCol w="5532120"/>
              </a:tblGrid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手段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 / 为什么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Per-Head Muon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Q/K/V 动量按 head 分块逐头正交化，均衡各头更新尺度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K2 weight clipping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 K2 权重裁剪，抑制爆炸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Quantile Balancing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 负载均衡，避免专家训不充分拖慢 EP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MoonViT-V2 从零训练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不用 SigLIP 初始化：联合训练更稳，视觉评测持平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QAT 从 SFT 起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训练即感知 MXFP4/8 量化，训推一致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62856"/>
            <a:ext cx="11064240" cy="142646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Per-Head Muon：整块正交化会让梯度大的头主导共享更新方向 → 逐头让各头更新尺度对齐</a:t>
            </a:r>
          </a:p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MoonViT-V2 结论很有信息量：规模够大时，对比学习预训练不是多模态 LLM 的必要初始化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要点：每一项都在回答『大规模下怎么不炸』。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286000"/>
            <a:ext cx="27432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66160"/>
            <a:ext cx="14630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20440"/>
            <a:ext cx="100584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预训练 Infrastructure（重点）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让 2.8T × 1M 训得起、训得稳、训得快 —— 算法与系统的协同设计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总览：并行组合与三大痛点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四层并行 + 三个待解痛点</a:t>
            </a:r>
          </a:p>
        </p:txBody>
      </p:sp>
      <p:pic>
        <p:nvPicPr>
          <p:cNvPr id="6" name="Picture 5" descr="f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06367"/>
            <a:ext cx="5806440" cy="31939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PP + VPP：93 层切流水段，interleaved 1F1B 减 bubble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EP：896 专家分片到各 rank，all-to-all 做 dispatch/combine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CP（KCP）：1M 序列切段，固定大小 all-gather 同步递归状态（KDA 特有）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ZeRO-1 DP + Pipeline ZeRO-2：优化器状态/梯度分片，梯度可 offload CPU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三大痛点 = 本节解题顺序：① EP 负载不均 ② 显存超预算 ③ ViT 计算方差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要点：这套组合的精髓：切完之后每条通信都被某段计算盖住。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叠瓦式调度：每条通信都被计算盖住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Fig.11 调度复现</a:t>
            </a:r>
          </a:p>
        </p:txBody>
      </p:sp>
      <p:pic>
        <p:nvPicPr>
          <p:cNvPr id="6" name="Picture 5" descr="f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599" y="1280159"/>
            <a:ext cx="6826321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80560"/>
            <a:ext cx="1106424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shared expert 拆 SE1/SE2 派独立 stream → 填 all-to-all 空档</a:t>
            </a:r>
          </a:p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reduce grad = reduce_scatter + onload + add + offload（Pipeline ZeRO-2 + CPU 梯度）</a:t>
            </a:r>
          </a:p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EP-DR（dispatch 重算）在反向 → memory-efficient MoE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要点：通信藏进计算的缝隙——这是后续所有优化能成立的基础。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interleaved 1F1B + VPP：压 bubble，留一个要治的尾巴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bubble ≈ (p−1)/(m·v)</a:t>
            </a:r>
          </a:p>
        </p:txBody>
      </p:sp>
      <p:pic>
        <p:nvPicPr>
          <p:cNvPr id="6" name="Picture 5" descr="f_1f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48" y="1280159"/>
            <a:ext cx="6206422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80560"/>
            <a:ext cx="1106424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1F1B：不改 bubble 比例，但每 stage 只驻留约 p 份在飞激活 → 降峰值</a:t>
            </a:r>
          </a:p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VPP：每物理 stage 再拆 v 个虚拟块 → bubble 再除以 v，代价是通信 ×v</a:t>
            </a:r>
          </a:p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副作用：暖机期各 stage 驻留激活不均 → 后面用『PP 激活再平衡』治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要点：VPP 把 bubble 再除以 v，代价是暖机期激活不均（后面会治）。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KDA 算子①：FlashKDA —— 把慢路径榨干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双 kernel 流水 + CHUNK=16 的三重动机</a:t>
            </a:r>
          </a:p>
        </p:txBody>
      </p:sp>
      <p:pic>
        <p:nvPicPr>
          <p:cNvPr id="6" name="Picture 5" descr="f_flashk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17191"/>
            <a:ext cx="5806440" cy="29722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问题：chunkwise 里 token 并行阶段被低并行度递归卡住，SM 大量闲置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双 kernel 流水：K1（token 并行：门/归一/衰减/求逆）+ K2（head 并行：跨 chunk 递归）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拆开后两阶段独立调优 + 重叠 → 端到端 ≥15% 提速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CHUNK=16：数值落进 BF16（配 lower-bounded decay）/ 16×16 逆用 Neumann / 映射 SM80 MMA 可移植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要点：呼应结构节：lower-bounded decay 让 CHUNK=16 的数值范围成立。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KDA 算子②：KCP —— 线性注意力的上下文并行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转移矩阵分解 + 前缀扫描</a:t>
            </a:r>
          </a:p>
        </p:txBody>
      </p:sp>
      <p:pic>
        <p:nvPicPr>
          <p:cNvPr id="6" name="Picture 5" descr="f_k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29831"/>
            <a:ext cx="5806440" cy="2746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softmax 的 CP（Ring Attention）要交换随序列增长的 KV 块；线性注意力只需传固定大小状态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但 delta rule 不能简单求和：转移矩阵 M_t 作用在入段状态上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KCP：每段分解成『累积转移 M』+『零初值局部状态 S̃』两个本地可算量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→ 一次固定大小 all-gather + 前缀扫描精确重组；通信与序列长度无关 → 线性扩展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要点：思想迁移：softmax 的 CP，用转移矩阵分解+前缀扫描搬到线性注意力。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MoonEP①：让每个 rank 恰好算 S×K 个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常规 EP 三痛，其实同源</a:t>
            </a:r>
          </a:p>
        </p:txBody>
      </p:sp>
      <p:pic>
        <p:nvPicPr>
          <p:cNvPr id="6" name="Picture 5" descr="f_moonep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35716"/>
            <a:ext cx="5806440" cy="25352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常规 EP 三痛：热 rank 决定迭代时间；动态形状→显存碎片直至 OOM；每层 host-device 同步取形状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三点同源：都是『token→专家映射动态且不均』的后果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MoonEP 用动态冗余专家做到完美均衡：热专家临时复制到别的 rank、分流 token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前向在线规划冗余专家并预取权重；反向把冗余梯度 reduce 回 home rank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要点：不去缓解不均，而是直接消灭它——后面所有红利从这来。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MoonEP②：为什么『完美均衡』是可证明的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E/R 冗余专家上界，区别于 ECHO/UltraEP 的根本</a:t>
            </a:r>
          </a:p>
        </p:txBody>
      </p:sp>
      <p:pic>
        <p:nvPicPr>
          <p:cNvPr id="6" name="Picture 5" descr="f_moonep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73511"/>
            <a:ext cx="5806440" cy="28596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定理：任意路由下，每 rank 只需 ≤ E/R 个冗余专家就一定能均衡（E=专家数, R=EP 并行度）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证明：反复用超载 rank 填满欠载 rank，每 rank 至多被填一次 → 远端 token 只来自单一 rank → 至多 E/R 个专家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下界 ≈ E/R → 界基本紧；预留 E/R 槽位后规划永远可行、训练永不中断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对比 ECHO/UltraEP：固定冗余数或 token cap，无解时被迫停训 + 手调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要点：把『确定性』当一等目标：永不中断、静态形状、零拷贝。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MoonEP③：完美均衡换来的两个红利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零拷贝 + 静态形状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39496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零拷贝：规划 kernel 预算每 token 目的地 → 直接写到远端最终槽位，buffer 视图交给计算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DeepEP 最坏要 S×K×R 的 buffer；MoonEP 完美均衡恒定 S×K，与倾斜无关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静态形状：每层 MoE 形状静态已知 → 消除 host 同步、降 kernel 启动开销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rank 内仍偏斜 → workload-aware GEMM 调度（代价模型+离线 autotune）+ 共享专家单独 stream</a:t>
            </a:r>
          </a:p>
        </p:txBody>
      </p:sp>
      <p:pic>
        <p:nvPicPr>
          <p:cNvPr id="7" name="Picture 6" descr="f_moonep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54329"/>
            <a:ext cx="5806440" cy="309798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要点：完美均衡是因，零拷贝/静态形状/无碎片都是果。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显存工程：把『省显存』做成可组合的存储策略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统一激活管理器 + 账本</a:t>
            </a:r>
          </a:p>
        </p:txBody>
      </p:sp>
      <p:pic>
        <p:nvPicPr>
          <p:cNvPr id="6" name="Picture 5" descr="f_act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5443"/>
            <a:ext cx="5577840" cy="2747033"/>
          </a:xfrm>
          <a:prstGeom prst="rect">
            <a:avLst/>
          </a:prstGeom>
        </p:spPr>
      </p:pic>
      <p:pic>
        <p:nvPicPr>
          <p:cNvPr id="7" name="Picture 6" descr="f_mem_led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56459"/>
            <a:ext cx="5577840" cy="330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每个为反向保存的张量挂『可插拔存储后端』：重计算 / FP8 块量化 / offload / 远程 offload，张量粒度自由组合、单内存池避免碎片</a:t>
            </a:r>
          </a:p>
          <a:p>
            <a:pPr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MoE：梯度数学变换免存前向输出 + 反向重算 dispatch（通信与反向计算重叠）；Block AttnRes：整体 checkpoint → 显存足迹=标准残差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要点：没有银弹——多种手段各省一点，合起来才把 2.8T 塞进预算。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显存工程（续）：三个系统级手段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把压力从 HBM 挪到 CPU / 别的卡 / P2P</a:t>
            </a:r>
          </a:p>
        </p:txBody>
      </p:sp>
      <p:pic>
        <p:nvPicPr>
          <p:cNvPr id="6" name="Picture 5" descr="f_p2p_mu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35716"/>
            <a:ext cx="5806440" cy="25352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PP 激活再平衡：1F1B 暖机各 stage 激活不均 → Mooncake 远程 offload 到别的 PP rank 削峰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Pipeline ZeRO-2 + CPU 梯度：梯度分片下沉 CPU，GPU 只留 double buffer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P2P Muon：正交化需完整矩阵；改为只 P2P 拉『自己负责更新的』分片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消除全参 all-gather 的显存+通信双爆炸，buffer 从 O(P) 降到 O(P/DP)，按 model-chunk 流水隐藏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要点：削峰而非降总量——显存瓶颈是『单卡峰值』，不是『总量』。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多模态编码器：把 ViT 藏进流水线气泡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动态 CP + bubble filling</a:t>
            </a:r>
          </a:p>
        </p:txBody>
      </p:sp>
      <p:pic>
        <p:nvPicPr>
          <p:cNvPr id="6" name="Picture 5" descr="f_bubble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2857"/>
            <a:ext cx="5806440" cy="3000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痛点③：大图/长视频让 ViT 计算量方差大，放关键路径会拖慢流水、造成设备间负载不均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动态 CP：单张大图沿 patch 维切到多设备，跨 CP rank gather-KV 算注意力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CP 组再分 sub-group，多张大图负载均衡分散，通信占比不随规模膨胀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塞进 PP 气泡：首批 micro-batch 的 ViT 前向同步先跑，其余 ViT 前/反向调度进气泡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 ViT 有效开销基本被隐藏（承 K2.5 DEP，思路同 Optimus）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要点：原生多模态里视觉不是附加项，要和文本在系统层深度融合。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对照：K3 vs DeepSeek 的训练 Infra 气质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两种工程审美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64240" cy="29443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DeepSeek（V3/V4 公开）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 K3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 通信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DeepEP：高效 all-to-all，容忍不均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MoonEP：动态冗余做到完美均衡 + 静态形状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负载均衡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EPLB（部署期）+ sign 偏置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训练期每步在线规划 + Quantile Balancing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低精度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FP8 训练（块量化）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FP8 存激活 + 后训练 MXFP4/8 QAT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流水线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DualPipe 双向流水降 bubble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1F1B+VPP，把 ViT/offload/EP 通信塞进 bubble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长上下文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NSA/DSA/CSA 稀疏 kernel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FlashKDA + KCP（线性注意力专属）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62856"/>
            <a:ext cx="11064240" cy="142646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共同点：架构为系统而生（MLA/KDA 都是为 cache 与通信设计的注意力）</a:t>
            </a:r>
          </a:p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差异：K3 把训练期确定性当一等目标；DeepSeek 更极致做通信-流水线重叠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要点：没有绝对优劣——确定性 vs 极致重叠，两种审美。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286000"/>
            <a:ext cx="27432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66160"/>
            <a:ext cx="14630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20440"/>
            <a:ext cx="100584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强化学习（简化）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SFT → 分域分强度 RL → 多教师蒸馏；重点看『范式』而非细节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后训练三阶段：分而治之，再合并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9 个专家 → 一个统一模型</a:t>
            </a:r>
          </a:p>
        </p:txBody>
      </p:sp>
      <p:pic>
        <p:nvPicPr>
          <p:cNvPr id="6" name="Picture 5" descr="f_rl_e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17191"/>
            <a:ext cx="5806440" cy="29722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SFT：合成复杂 agentic 轨迹 + XTML 模板统一序列化；QAT 从此开始（MXFP4/8）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RL：3 域 × 3 reasoning effort = 9 个专家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 FLOPs↑ → 工具调用步数与能力同步增长（长程自主执行是学出来的）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MOPD：多教师 on-policy 蒸馏合并 —— 与 DeepSeek-V4 / MiMo-V2 范式收敛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要点：不给每个任务单独训，而是『域×强度』九宫格再蒸回一个。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RL 的关键设计与环境（快速过）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四个关键设计 + 六类环境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64240" cy="10424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2120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统一白盒 harness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知识图谱任务合成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Kernel 优化(+反 hacking)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个人助理 mock 应用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AET 自主执行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WebDev 多 scaffold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660904"/>
            <a:ext cx="11064240" cy="332841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Partial rollout：完成 λ 比例即优化，未完轨迹入队下轮续跑 → 长尾不阻塞；per-token 正则容忍极端 off-policy</a:t>
            </a:r>
          </a:p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Reasoning-effort 预算：超 τ·b₀(x) 的轨迹 reward=−1；τ 退火得 max/high/low</a:t>
            </a:r>
          </a:p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Agentic GRM（不可验证任务）：锦标赛两两比较 + rubric 协议 + 长度阈值防刷分</a:t>
            </a:r>
          </a:p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训练+评测全程创建 5,100 万+ 沙箱 / 150 万+ 镜像（AgentENV microVM）——环境工程=核心壁垒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要点：环境工程（沙箱/harness/任务合成）是新的核心壁垒。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蒸馏合并、量化与投机解码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让训练目标对齐部署现实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15568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MOPD：学生在自己分布上采样、教师逐 token 打分（dense reward）→ 避免 SFT 蒸馏的 exposure bias</a:t>
            </a:r>
          </a:p>
          <a:p>
            <a:pPr marL="256032" indent="0">
              <a:spcAft>
                <a:spcPts val="300"/>
              </a:spcAft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reward = 教师/学生对数概率比，clip 到 ±R_max；无缝接入 RL 框架、复用 partial rollout</a:t>
            </a:r>
          </a:p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QAT 贯穿 SFT+RL：MoE 权重 MXFP4 / 激活 MXFP8，非专家部分高精度；rollout 与训练同量化 → 训推一致</a:t>
            </a:r>
          </a:p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投机解码：复用预训练 MTP 层做 EAGLE-3 draft；LK loss 直接优化接受率而非 KL 代理</a:t>
            </a:r>
          </a:p>
          <a:p>
            <a:pPr marL="0" indent="0">
              <a:spcAft>
                <a:spcPts val="500"/>
              </a:spcAft>
            </a:pPr>
            <a:r>
              <a:rPr sz="17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贯穿主线：QAT 对齐量化 · LK loss 对齐接受率 · on-policy 对齐推理分布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要点：训练目标尽量对齐部署现实——这是很多 RL 翻车的隐形来源。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286000"/>
            <a:ext cx="27432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66160"/>
            <a:ext cx="14630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20440"/>
            <a:ext cx="100584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评测、成本与总结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开源新前沿的证据，以及可以带走的方法论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评测与成本效率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开源第一梯队 + 成本-质量前沿</a:t>
            </a:r>
          </a:p>
        </p:txBody>
      </p:sp>
      <p:pic>
        <p:nvPicPr>
          <p:cNvPr id="6" name="Picture 5" descr="f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982959"/>
            <a:ext cx="5806440" cy="3440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整体：Fable 5 ≳ GPT-5.6 Sol &gt; Kimi K3 &gt; Opus 4.8 / GPT-5.5 / GLM-5.2；研究级推理仍有差距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亮点：BrowseComp 91.2（第一）· ProgramBench 77.8（第一）· SWE-Marathon 42.0（领先 Fable 5 七点）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第三方：AA 智能指数 #4/580；WebDev Arena 开源首次登顶（Elo 1678）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成本：BrowseComp 最高分且仅 $2.03/任务 = GPT-5.6 Sol 的一半、Claude max 档的十分之一量级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要点：架构效率最终兑现为价格优势——呼应开场。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案例：模型开始反哺自己的 Infra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能力-Infra 飞轮</a:t>
            </a:r>
          </a:p>
        </p:txBody>
      </p:sp>
      <p:pic>
        <p:nvPicPr>
          <p:cNvPr id="6" name="Picture 5" descr="f_kernel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45209"/>
            <a:ext cx="5806440" cy="2516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81328"/>
            <a:ext cx="534924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GPU kernel 优化（24h/任务）：AttnRes 283.6→114.4ms；KDA −73.6%；追平 Fable 5</a:t>
            </a:r>
          </a:p>
          <a:p>
            <a:pPr marL="256032" indent="0">
              <a:spcAft>
                <a:spcPts val="300"/>
              </a:spcAft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早期 K3 checkpoint 已承担团队内多数 kernel 优化工作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MiniTriton：自研 DSL→MLIR→PTX 编译器；L20 上 matmul 达 cuBLAS ~90%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nano-kpu：48h 自主跑通开源 EDA，4mm²/100MHz/8700 tok·s⁻¹ 芯片原型</a:t>
            </a:r>
          </a:p>
          <a:p>
            <a:pPr marL="0" indent="0">
              <a:spcAft>
                <a:spcPts val="500"/>
              </a:spcAft>
            </a:pPr>
            <a:r>
              <a:rPr sz="155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安全：Linux kernel 发现 16 个未知漏洞（含远程堆越界写、Dirty-COW 类提权）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要点：用 RL 环境练 kernel → 模型替团队写 kernel → 支撑下一代训练。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总结：可以带走的五条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24128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一页收束全场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64240" cy="29443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带走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</a:t>
                      </a:r>
                    </a:p>
                  </a:txBody>
                  <a:tcPr anchor="ctr" marL="88900" marR="88900" marT="38100" marB="38100">
                    <a:solidFill>
                      <a:srgbClr val="1E3A5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为什么这样设计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KDA/AttnRes/LatentMoE 各解一维信息流瓶颈；混合注意力解耦『成本 vs 检索』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算法-系统协同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lower-bounded decay 换 Tensor Core、NoPE 免调参、QAT 对齐量化——每层为下一层让路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确定性即性能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MoonEP 完美均衡+静态形状+永不中断；把随机性与长尾挤出训练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方法论可迁移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比较技术前先各自调最优（cosine vs WSD）；存储策略抽象；QB 直方图均衡</a:t>
                      </a:r>
                    </a:p>
                  </a:txBody>
                  <a:tcPr anchor="ctr" marL="88900" marR="88900" marT="38100" marB="38100">
                    <a:solidFill>
                      <a:srgbClr val="F1F5F9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E3A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能力-Infra 飞轮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模型优化 kernel → 支撑下一代训练；环境/沙箱工程成核心壁垒</a:t>
                      </a:r>
                    </a:p>
                  </a:txBody>
                  <a:tcPr anchor="ctr" marL="88900" marR="889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62856"/>
            <a:ext cx="11064240" cy="142646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4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一句话：K3 用 2.8T 证明了『线性混合路线』能撑起 frontier 模型 + 1M 上下文 + 可负担的服务成本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4360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6188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要点：最好的系统优化，往往始于一个小的算法改动。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深度解读 · 结构为什么 / 预训练 / 预训练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 &amp; A · 谢谢！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常见问题预案：KDA vs Mamba/GLA（delta rule 纠错 + 通道级门）· 为何不用纯稀疏 attention · MoonEP 与 DeepEP/EPLB 差异 · NoPE 外推 · 896 选 16 如何训得起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细节与公式详解见 DESIGN_NOTES.md / PRETRAIN_INFRA_DEEPDIVE.md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